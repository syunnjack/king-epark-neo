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F0B"/>
                </a:solidFill>
                <a:latin typeface="Yu Gothic"/>
              </a:rPr>
              <a:t>無料モニター店舗のご案内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AF7F2"/>
                </a:solidFill>
                <a:latin typeface="Yu Gothic"/>
              </a:rPr>
              <a:t>ジュンバンナビ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8CCBE"/>
                </a:solidFill>
                <a:latin typeface="Yu Gothic"/>
              </a:rPr>
              <a:t>順番待ち・予約 × AI検索時代の集客対策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5F52"/>
                </a:solidFill>
                <a:latin typeface="Yu Gothic"/>
              </a:rPr>
              <a:t>junbannavi.com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こんなお悩みありませんか？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1A15"/>
                </a:solidFill>
                <a:latin typeface="Yu Gothic"/>
              </a:rPr>
              <a:t>•  電話が鳴りっぱなしで、順番待ちの案内に手が取られる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1A15"/>
                </a:solidFill>
                <a:latin typeface="Yu Gothic"/>
              </a:rPr>
              <a:t>•  無断キャンセル・来店なしで席を空けてしまう機会損失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1A15"/>
                </a:solidFill>
                <a:latin typeface="Yu Gothic"/>
              </a:rPr>
              <a:t>•  ホットペッパー等には掲載しているが、公式サイトは何年も更新していない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1A15"/>
                </a:solidFill>
                <a:latin typeface="Yu Gothic"/>
              </a:rPr>
              <a:t>•  最近はChatGPTやPerplexityで「近くの店」を探す人もいるらしいが、対策の仕方が分からない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ジュンバンナビとは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A15"/>
                </a:solidFill>
                <a:latin typeface="Yu Gothic"/>
              </a:rPr>
              <a:t>「順番待ち・ネット予約」機能と、検索エンジン・AI検索の両方から見つかりやすい公式サイトを、</a:t>
            </a:r>
          </a:p>
          <a:p>
            <a:pPr algn="l"/>
            <a:r>
              <a:rPr sz="1800" b="0">
                <a:solidFill>
                  <a:srgbClr val="201A15"/>
                </a:solidFill>
                <a:latin typeface="Yu Gothic"/>
              </a:rPr>
              <a:t>セットでご提供する飲食店向けプラットフォームです。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2000" b="1">
                <a:solidFill>
                  <a:srgbClr val="C2410C"/>
                </a:solidFill>
              </a:rPr>
              <a:t>順番待ち・予約</a:t>
            </a:r>
          </a:p>
          <a:p>
            <a:r>
              <a:rPr sz="1400">
                <a:solidFill>
                  <a:srgbClr val="6B5F52"/>
                </a:solidFill>
              </a:rPr>
              <a:t>席ではなく順番を予約する仕組み。来店なしのリスクを抑えつつ回転率を上げます。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5176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2000" b="1">
                <a:solidFill>
                  <a:srgbClr val="C2410C"/>
                </a:solidFill>
              </a:rPr>
              <a:t>公式サイト制作</a:t>
            </a:r>
          </a:p>
          <a:p>
            <a:r>
              <a:rPr sz="1400">
                <a:solidFill>
                  <a:srgbClr val="6B5F52"/>
                </a:solidFill>
              </a:rPr>
              <a:t>メニュー・口コミ・よくある質問を含む公式サイトを制作・公開します。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65176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8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2000" b="1">
                <a:solidFill>
                  <a:srgbClr val="C2410C"/>
                </a:solidFill>
              </a:rPr>
              <a:t>AI検索対策</a:t>
            </a:r>
          </a:p>
          <a:p>
            <a:r>
              <a:rPr sz="1400">
                <a:solidFill>
                  <a:srgbClr val="6B5F52"/>
                </a:solidFill>
              </a:rPr>
              <a:t>ChatGPT・Perplexity等のAI検索でも見つかりやすいよう技術的に最適化します。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実際の店舗トップページ（デモ: 炭火焼肉 灯 渋谷店）</a:t>
            </a:r>
          </a:p>
        </p:txBody>
      </p:sp>
      <p:pic>
        <p:nvPicPr>
          <p:cNvPr id="4" name="Picture 3" descr="king-index-v2.png"/>
          <p:cNvPicPr>
            <a:picLocks noChangeAspect="1"/>
          </p:cNvPicPr>
          <p:nvPr/>
        </p:nvPicPr>
        <p:blipFill>
          <a:blip r:embed="rId2"/>
          <a:srcRect b="14074"/>
          <a:stretch>
            <a:fillRect/>
          </a:stretch>
        </p:blipFill>
        <p:spPr>
          <a:xfrm>
            <a:off x="2651760" y="128016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順番待ち・ネット予約ページ</a:t>
            </a:r>
          </a:p>
        </p:txBody>
      </p:sp>
      <p:pic>
        <p:nvPicPr>
          <p:cNvPr id="4" name="Picture 3" descr="king-reserve.png"/>
          <p:cNvPicPr>
            <a:picLocks noChangeAspect="1"/>
          </p:cNvPicPr>
          <p:nvPr/>
        </p:nvPicPr>
        <p:blipFill>
          <a:blip r:embed="rId2"/>
          <a:srcRect b="35556"/>
          <a:stretch>
            <a:fillRect/>
          </a:stretch>
        </p:blipFill>
        <p:spPr>
          <a:xfrm>
            <a:off x="2651760" y="128016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口コミ・レビューページ</a:t>
            </a:r>
          </a:p>
        </p:txBody>
      </p:sp>
      <p:pic>
        <p:nvPicPr>
          <p:cNvPr id="4" name="Picture 3" descr="king-reviews.png"/>
          <p:cNvPicPr>
            <a:picLocks noChangeAspect="1"/>
          </p:cNvPicPr>
          <p:nvPr/>
        </p:nvPicPr>
        <p:blipFill>
          <a:blip r:embed="rId2"/>
          <a:srcRect b="35556"/>
          <a:stretch>
            <a:fillRect/>
          </a:stretch>
        </p:blipFill>
        <p:spPr>
          <a:xfrm>
            <a:off x="2651760" y="128016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なぜ「AI検索対策」が必要か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ChatGPT・Perplexity等のAIチャットで「近くの店」を尋ねる使い方が広がっています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AIは、店舗情報が機械的に読み取りやすい形（構造化データ）で書かれたサイトを優先的に参照します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多くの飲食店の公式サイトはJavaScriptで作られており、AIが内容を正しく読み取れないケースがあります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ジュンバンナビは、この「AIに読み取られやすい形」を標準で実装します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モニター期間中（3ヶ月）にご提供する内容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公式サイトの制作・公開（トップ・メニュー・口コミ・よくある質問ページ込み）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順番待ち登録・日時指定ネット予約ページ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構造化データ・llms.txt設置などのAI検索対策一式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月1回、検索・AI経由での見え方についてのレポートと改善提案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BEAE0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2410C"/>
                </a:solidFill>
              </a:rPr>
              <a:t>モニター期間中は初期費用・月額費用ともに無料です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2"/>
                </a:solidFill>
                <a:latin typeface="Yu Gothic"/>
              </a:rPr>
              <a:t>モニター店舗の条件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実店舗を運営中の飲食店であること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店舗情報（住所・営業時間・メニュー・写真）をご提供いただけること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月1回・15分ほどのフィードバックにご協力いただけること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1A15"/>
                </a:solidFill>
                <a:latin typeface="Yu Gothic"/>
              </a:rPr>
              <a:t>•  モニター期間中の実績を、店舗名を伏せた形で事例紹介に利用できること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7F2"/>
                </a:solidFill>
                <a:latin typeface="Yu Gothic"/>
              </a:rPr>
              <a:t>お申し込み・お問い合わせ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F0B"/>
                </a:solidFill>
                <a:latin typeface="Yu Gothic"/>
              </a:rPr>
              <a:t>junbannavi.com/monitor.html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AF7F2"/>
                </a:solidFill>
                <a:latin typeface="Yu Gothic"/>
              </a:rPr>
              <a:t>monitor@junbannavi.com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CCBE"/>
                </a:solidFill>
                <a:latin typeface="Yu Gothic"/>
              </a:rPr>
              <a:t>この内容にご興味があれば、まずは3ヶ月無料のモニターからお試しください。</a:t>
            </a:r>
          </a:p>
          <a:p>
            <a:pPr algn="l"/>
            <a:r>
              <a:rPr sz="1600" b="0">
                <a:solidFill>
                  <a:srgbClr val="D8CCBE"/>
                </a:solidFill>
                <a:latin typeface="Yu Gothic"/>
              </a:rPr>
              <a:t>いつでも中止でき、費用は一切かかりません。</a:t>
            </a:r>
          </a:p>
        </p:txBody>
      </p:sp>
      <p:pic>
        <p:nvPicPr>
          <p:cNvPr id="6" name="Picture 5" descr="monitor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92024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